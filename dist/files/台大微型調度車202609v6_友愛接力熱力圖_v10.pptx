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85bed6825d4128" /><Relationship Type="http://schemas.openxmlformats.org/officeDocument/2006/relationships/extended-properties" Target="/docProps/app.xml" Id="Ra5e304d68c2644a9" /><Relationship Type="http://schemas.openxmlformats.org/officeDocument/2006/relationships/officeDocument" Target="/ppt/presentation.xml" Id="Rf4cab60ef332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07a23e8eb45aa"/>
  </p:sldMasterIdLst>
  <p:notesMasterIdLst>
    <p:notesMasterId xmlns:r="http://schemas.openxmlformats.org/officeDocument/2006/relationships" r:id="R9795f2de52924687"/>
  </p:notesMasterIdLst>
  <p:sldIdLst>
    <p:sldId xmlns:r="http://schemas.openxmlformats.org/officeDocument/2006/relationships" id="256" r:id="R6431df3f091f4b25"/>
    <p:sldId xmlns:r="http://schemas.openxmlformats.org/officeDocument/2006/relationships" id="257" r:id="R5e6e5f9b4f874757"/>
    <p:sldId xmlns:r="http://schemas.openxmlformats.org/officeDocument/2006/relationships" id="258" r:id="Red46436ea5ed4f65"/>
    <p:sldId xmlns:r="http://schemas.openxmlformats.org/officeDocument/2006/relationships" id="259" r:id="R44f52f050d0a424d"/>
    <p:sldId xmlns:r="http://schemas.openxmlformats.org/officeDocument/2006/relationships" id="260" r:id="Rb0bd7859b4864db0"/>
    <p:sldId xmlns:r="http://schemas.openxmlformats.org/officeDocument/2006/relationships" id="261" r:id="R27c7b3f840b64a77"/>
    <p:sldId xmlns:r="http://schemas.openxmlformats.org/officeDocument/2006/relationships" id="262" r:id="Rf4d461e5335a4449"/>
    <p:sldId xmlns:r="http://schemas.openxmlformats.org/officeDocument/2006/relationships" id="263" r:id="Rf2f6b38f04874de5"/>
    <p:sldId xmlns:r="http://schemas.openxmlformats.org/officeDocument/2006/relationships" id="264" r:id="Rf61c8723751d43a7"/>
    <p:sldId xmlns:r="http://schemas.openxmlformats.org/officeDocument/2006/relationships" id="265" r:id="R14d0a99cc354434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b8953dcf7448f" /><Relationship Type="http://schemas.openxmlformats.org/officeDocument/2006/relationships/slideMaster" Target="/ppt/slideMasters/slideMaster1.xml" Id="R92e07a23e8eb45aa" /><Relationship Type="http://schemas.openxmlformats.org/officeDocument/2006/relationships/notesMaster" Target="/ppt/notesMasters/notesMaster1.xml" Id="R9795f2de52924687" /><Relationship Type="http://schemas.openxmlformats.org/officeDocument/2006/relationships/presProps" Target="/ppt/presProps.xml" Id="R4043ed8b764f4be7" /><Relationship Type="http://schemas.openxmlformats.org/officeDocument/2006/relationships/viewProps" Target="/ppt/viewProps.xml" Id="R38f50cb0921d4927" /><Relationship Type="http://schemas.openxmlformats.org/officeDocument/2006/relationships/tableStyles" Target="/ppt/tableStyles.xml" Id="R69ddf2376e204e66" /><Relationship Type="http://schemas.openxmlformats.org/officeDocument/2006/relationships/slide" Target="/ppt/slides/slide1.xml" Id="R6431df3f091f4b25" /><Relationship Type="http://schemas.openxmlformats.org/officeDocument/2006/relationships/slide" Target="/ppt/slides/slide2.xml" Id="R5e6e5f9b4f874757" /><Relationship Type="http://schemas.openxmlformats.org/officeDocument/2006/relationships/slide" Target="/ppt/slides/slide3.xml" Id="Red46436ea5ed4f65" /><Relationship Type="http://schemas.openxmlformats.org/officeDocument/2006/relationships/slide" Target="/ppt/slides/slide4.xml" Id="R44f52f050d0a424d" /><Relationship Type="http://schemas.openxmlformats.org/officeDocument/2006/relationships/slide" Target="/ppt/slides/slide5.xml" Id="Rb0bd7859b4864db0" /><Relationship Type="http://schemas.openxmlformats.org/officeDocument/2006/relationships/slide" Target="/ppt/slides/slide6.xml" Id="R27c7b3f840b64a77" /><Relationship Type="http://schemas.openxmlformats.org/officeDocument/2006/relationships/slide" Target="/ppt/slides/slide7.xml" Id="Rf4d461e5335a4449" /><Relationship Type="http://schemas.openxmlformats.org/officeDocument/2006/relationships/slide" Target="/ppt/slides/slide8.xml" Id="Rf2f6b38f04874de5" /><Relationship Type="http://schemas.openxmlformats.org/officeDocument/2006/relationships/slide" Target="/ppt/slides/slide9.xml" Id="Rf61c8723751d43a7" /><Relationship Type="http://schemas.openxmlformats.org/officeDocument/2006/relationships/slide" Target="/ppt/slides/slide10.xml" Id="R14d0a99cc354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5f65ed08d40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bdd99e3874820" /><Relationship Type="http://schemas.openxmlformats.org/officeDocument/2006/relationships/notesMaster" Target="/ppt/notesMasters/notesMaster1.xml" Id="R73514fc61059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854e62bcf4fa6" /><Relationship Type="http://schemas.openxmlformats.org/officeDocument/2006/relationships/notesMaster" Target="/ppt/notesMasters/notesMaster1.xml" Id="R7078c4460884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8a3cce0804ae3" /><Relationship Type="http://schemas.openxmlformats.org/officeDocument/2006/relationships/notesMaster" Target="/ppt/notesMasters/notesMaster1.xml" Id="R2e3d29742181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434bcf33b4fad" /><Relationship Type="http://schemas.openxmlformats.org/officeDocument/2006/relationships/notesMaster" Target="/ppt/notesMasters/notesMaster1.xml" Id="Rf52bfb16f8194b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7597610724a8d" /><Relationship Type="http://schemas.openxmlformats.org/officeDocument/2006/relationships/notesMaster" Target="/ppt/notesMasters/notesMaster1.xml" Id="R41bc223ee28a43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49f4172faf47d8" /><Relationship Type="http://schemas.openxmlformats.org/officeDocument/2006/relationships/notesMaster" Target="/ppt/notesMasters/notesMaster1.xml" Id="R14d7c34df7a6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1beb8d41d54baa" /><Relationship Type="http://schemas.openxmlformats.org/officeDocument/2006/relationships/notesMaster" Target="/ppt/notesMasters/notesMaster1.xml" Id="Re09ed024f3d7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59f856e5e4771" /><Relationship Type="http://schemas.openxmlformats.org/officeDocument/2006/relationships/notesMaster" Target="/ppt/notesMasters/notesMaster1.xml" Id="R9a793885a33b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1cb00020f44d1" /><Relationship Type="http://schemas.openxmlformats.org/officeDocument/2006/relationships/notesMaster" Target="/ppt/notesMasters/notesMaster1.xml" Id="R2cbf866f7a7e48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fb00fc24c44f59" /><Relationship Type="http://schemas.openxmlformats.org/officeDocument/2006/relationships/notesMaster" Target="/ppt/notesMasters/notesMaster1.xml" Id="Rcd85e219d533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覆蓋率概念示意。地圖沿用既有『雙北 YouBike 各站半小時動態熱力圖 V7版』之 Leaflet／OpenStreetMap 底圖與原始四色標記：滿借橘紅、空還綠、調出／綁車藍、調入／解綁車紫。畫面條件為2026年9月平日、雙北、08:00–08:29、場站平日日均用量大於100次，僅作判讀示意。統計單位為場站×日期×小時，同站同小時多次事件只算一個站時。滿借同向調度含調出與綁車；空還同向調度含調入與解綁車。假設例10個站時中3個覆蓋，用於說明比率算法。地圖來源：本專案 youbike-hourly-heatmap／friendly-relay-v7；底圖 © OpenStreetMap contributors，https://www.openstreetmap.org/copyright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資料期間：2026年7–8月平日，06:00–23:59。覆蓋率＝同站×同日×同小時發生事件且存在同向調度的站時數÷事件站時數。滿借同向為調出或綁車，空還同向為調入或解綁車。台北市分級：A≥200、B 100–199、C&lt;100。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每個數值均以場站、日期、小時去重後除以43日。</a:t>
            </a:r>
          </a:p>
          <a:p xmlns:a="http://schemas.openxmlformats.org/drawingml/2006/main">
            <a:r>
              <a:t>虛線為同一場站、同一日期、同一小時發生滿借或空還的民眾友愛接力站數。</a:t>
            </a:r>
          </a:p>
          <a:p xmlns:a="http://schemas.openxmlformats.org/drawingml/2006/main">
            <a:r>
              <a:t>實線為上述友愛接力事件站中，同站同日同小時存在對應調度行為的站數；滿借對應調出或綁車，空還對應調入或解綁車。</a:t>
            </a:r>
          </a:p>
          <a:p xmlns:a="http://schemas.openxmlformats.org/drawingml/2006/main">
            <a:r>
              <a:t>調出與綁車採場站聯集，調入與解綁車也採場站聯集；同站同小時出現兩種行為仍只計一次。</a:t>
            </a:r>
          </a:p>
          <a:p xmlns:a="http://schemas.openxmlformats.org/drawingml/2006/main">
            <a:r>
              <a:t>同站同日同小時同一指標多筆只計一次，因此調度站數必定不大於滿借或空還站數。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資料期間：2026年7–8月平日，06:00–23:59。覆蓋率＝同站×同日×同小時發生事件且存在同向調度的站時數÷事件站時數。滿借同向為調出或綁車，空還同向為調入或解綁車。新北市分級：A≥100、B 50–99、C&lt;50。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每個數值均以場站、日期、小時去重後除以43日。</a:t>
            </a:r>
          </a:p>
          <a:p xmlns:a="http://schemas.openxmlformats.org/drawingml/2006/main">
            <a:r>
              <a:t>虛線為同一場站、同一日期、同一小時發生滿借或空還的民眾友愛接力站數。</a:t>
            </a:r>
          </a:p>
          <a:p xmlns:a="http://schemas.openxmlformats.org/drawingml/2006/main">
            <a:r>
              <a:t>實線為上述友愛接力事件站中，同站同日同小時存在對應調度行為的站數；滿借對應調出或綁車，空還對應調入或解綁車。</a:t>
            </a:r>
          </a:p>
          <a:p xmlns:a="http://schemas.openxmlformats.org/drawingml/2006/main">
            <a:r>
              <a:t>調出與綁車採場站聯集，調入與解綁車也採場站聯集；同站同小時出現兩種行為仍只計一次。</a:t>
            </a:r>
          </a:p>
          <a:p xmlns:a="http://schemas.openxmlformats.org/drawingml/2006/main">
            <a:r>
              <a:t>同站同日同小時同一指標多筆只計一次，因此調度站數必定不大於滿借或空還站數。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資料期間：2026年7–8月平日，06:00–23:59。台北分級：A日均用量≥200、B 100–199、C&lt;100；新北分級：A≥100、B 50–99、C&lt;50。覆蓋率來源：CPS RewardLog與VDS；見車／見位率來源：Report逐站逐時可用站日觀測。建議為描述性統計推導，執行後仍需用相同日期條件驗證。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a359a8f9a4138" /><Relationship Type="http://schemas.openxmlformats.org/officeDocument/2006/relationships/image" Target="/ppt/media/image.png" Id="Rdfba5be2c6674d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37740c05c4e4b" /><Relationship Type="http://schemas.openxmlformats.org/officeDocument/2006/relationships/image" Target="/ppt/media/image2.png" Id="R5c3c47e446e4406d" /><Relationship Type="http://schemas.openxmlformats.org/officeDocument/2006/relationships/image" Target="/ppt/media/image3.png" Id="Rbd5043a5db6949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eb9df448b4dea" /></Relationships>
</file>

<file path=ppt/slideLayouts/slideLayout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DEAEFC7-384A-45B6-9212-B12F000C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76D72A9-9C30-43E5-8E50-C658597268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C59149-1C1E-47A6-A5FB-8AE3DA0F1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pic>
        <p:nvPicPr>
          <p:cNvPr id="11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a5be2c6674d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884462"/>
            <a:ext cx="9144001" cy="20009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73CCBC9-AA66-44CC-A841-61FE07F3B2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052738"/>
            <a:ext cx="8229600" cy="5073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軟正黑體"/>
                <a:ea typeface="微軟正黑體"/>
                <a:cs typeface="微軟正黑體"/>
              </a:defRPr>
            </a:lvl1pPr>
            <a:lvl2pPr>
              <a:buNone/>
              <a:defRPr>
                <a:latin typeface="微軟正黑體"/>
                <a:ea typeface="微軟正黑體"/>
                <a:cs typeface="微軟正黑體"/>
              </a:defRPr>
            </a:lvl2pPr>
            <a:lvl3pPr>
              <a:buNone/>
              <a:defRPr>
                <a:latin typeface="微軟正黑體"/>
                <a:ea typeface="微軟正黑體"/>
                <a:cs typeface="微軟正黑體"/>
              </a:defRPr>
            </a:lvl3pPr>
            <a:lvl4pPr>
              <a:buNone/>
              <a:defRPr>
                <a:latin typeface="微軟正黑體"/>
                <a:ea typeface="微軟正黑體"/>
                <a:cs typeface="微軟正黑體"/>
              </a:defRPr>
            </a:lvl4pPr>
            <a:lvl5pPr>
              <a:buNone/>
              <a:defRPr>
                <a:latin typeface="微軟正黑體"/>
                <a:ea typeface="微軟正黑體"/>
                <a:cs typeface="微軟正黑體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5BFC3CCE-7F2F-4BA3-945A-E887C73AE4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9B70ED-2069-4764-88C7-2B75EFCEB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9498B34-9E33-443E-A369-F7D593C33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18040" y="5733258"/>
            <a:ext cx="87444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sp>
        <p:nvSpPr>
          <p:cNvPr id="9" name="標題 10">
            <a:extLst xmlns:a="http://schemas.openxmlformats.org/drawingml/2006/main">
              <a:ext uri="{FF2B5EF4-FFF2-40B4-BE49-F238E27FC236}">
                <a16:creationId xmlns:a16="http://schemas.microsoft.com/office/drawing/2014/main" id="{5C063A1E-C9F7-4B11-A407-3C753BA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4" y="30571"/>
            <a:ext cx="2314600" cy="980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</a:pPr>
            <a:endParaRPr sz="3600" b="1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7DA8B1-471F-4762-9217-5BCBF93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4736"/>
            <a:ext cx="9144000" cy="2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C4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5" name="圖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3c47e446e4406d"/>
          <a:srcRect xmlns:a="http://schemas.openxmlformats.org/drawingml/2006/main" l="0" t="-4376" r="0" b="-1"/>
          <a:stretch xmlns:a="http://schemas.openxmlformats.org/drawingml/2006/main"/>
        </p:blipFill>
        <p:spPr>
          <a:xfrm xmlns:a="http://schemas.openxmlformats.org/drawingml/2006/main">
            <a:off x="0" y="4941168"/>
            <a:ext cx="9143999" cy="1616764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0F815C-BEF6-5646-BD65-C1F93FD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7" y="836713"/>
            <a:ext cx="8352928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43a5db69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3567" y="198024"/>
            <a:ext cx="1026465" cy="6386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24F98B3-2A23-4762-AEA9-F100CC6CD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  <a:lvl2pPr>
              <a:buNone/>
              <a:defRPr>
                <a:latin typeface="+mn-ea"/>
                <a:ea typeface="+mn-ea"/>
                <a:cs typeface="+mn-ea"/>
              </a:defRPr>
            </a:lvl2pPr>
            <a:lvl3pPr>
              <a:buNone/>
              <a:defRPr>
                <a:latin typeface="+mn-ea"/>
                <a:ea typeface="+mn-ea"/>
                <a:cs typeface="+mn-ea"/>
              </a:defRPr>
            </a:lvl3pPr>
            <a:lvl4pPr>
              <a:buNone/>
              <a:defRPr>
                <a:latin typeface="+mn-ea"/>
                <a:ea typeface="+mn-ea"/>
                <a:cs typeface="+mn-ea"/>
              </a:defRPr>
            </a:lvl4pPr>
            <a:lvl5pPr>
              <a:buNone/>
              <a:defRPr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EE32BF-F123-4792-A157-D13808990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1E268D-6E53-421A-B0E7-12500E77C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90C5D0-1A06-4631-9873-316F353E0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223C03-1ED5-402E-8F3E-89A17789C924}" type="slidenum">
              <a:t>‹#›</a:t>
            </a:fld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DC70B-29C4-41D2-8800-6E96317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39" y="0"/>
            <a:ext cx="714380" cy="785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標楷體"/>
              <a:ea typeface="標楷體"/>
              <a:cs typeface="標楷體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85fb0effa4e3e" /><Relationship Type="http://schemas.openxmlformats.org/officeDocument/2006/relationships/slideLayout" Target="/ppt/slideLayouts/slideLayout1.xml" Id="Rf32d8e286f5943be" /><Relationship Type="http://schemas.openxmlformats.org/officeDocument/2006/relationships/slideLayout" Target="/ppt/slideLayouts/slideLayout2.xml" Id="R764edd99ba2b46cc" /><Relationship Type="http://schemas.openxmlformats.org/officeDocument/2006/relationships/slideLayout" Target="/ppt/slideLayouts/slideLayout3.xml" Id="R86c8a072329d43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697BDE1-F9F9-47C0-8910-E93CB9B616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4C43F3-D9AA-4E26-93D5-6D015F0E34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2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0F049-780E-4FE5-95C3-A26F0097EB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d8e286f5943be"/>
    <p:sldLayoutId xmlns:r="http://schemas.openxmlformats.org/officeDocument/2006/relationships" id="2147483650" r:id="R764edd99ba2b46cc"/>
    <p:sldLayoutId xmlns:r="http://schemas.openxmlformats.org/officeDocument/2006/relationships" id="2147483651" r:id="R86c8a072329d43a2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80732c1b7d48e9" /><Relationship Type="http://schemas.openxmlformats.org/officeDocument/2006/relationships/notesSlide" Target="/ppt/notesSlides/notesSlide1.xml" Id="R1f86c5b79506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111f38d50b481e" /><Relationship Type="http://schemas.openxmlformats.org/officeDocument/2006/relationships/image" Target="/ppt/media/image4.png" Id="R8cf874474bfa425e" /><Relationship Type="http://schemas.openxmlformats.org/officeDocument/2006/relationships/image" Target="/ppt/media/image5.png" Id="R9aef17c5a11d45af" /><Relationship Type="http://schemas.openxmlformats.org/officeDocument/2006/relationships/notesSlide" Target="/ppt/notesSlides/notesSlide2.xml" Id="R598df25a0d9446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3f8c879b2a4c59" /><Relationship Type="http://schemas.openxmlformats.org/officeDocument/2006/relationships/notesSlide" Target="/ppt/notesSlides/notesSlide3.xml" Id="R15d637162e4947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b9793fc3de4ba1" /><Relationship Type="http://schemas.openxmlformats.org/officeDocument/2006/relationships/image" Target="/ppt/media/image6.png" Id="R20a1594a47604809" /><Relationship Type="http://schemas.openxmlformats.org/officeDocument/2006/relationships/image" Target="/ppt/media/image7.png" Id="R3f27600fb7ea4b5b" /><Relationship Type="http://schemas.openxmlformats.org/officeDocument/2006/relationships/notesSlide" Target="/ppt/notesSlides/notesSlide4.xml" Id="Rdbf767c6db8a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0ac92036484692" /><Relationship Type="http://schemas.openxmlformats.org/officeDocument/2006/relationships/image" Target="/ppt/media/image8.png" Id="R2d89d401459e4d0b" /><Relationship Type="http://schemas.openxmlformats.org/officeDocument/2006/relationships/notesSlide" Target="/ppt/notesSlides/notesSlide5.xml" Id="Rb608066ba602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b4a4b4d95f4442" /><Relationship Type="http://schemas.openxmlformats.org/officeDocument/2006/relationships/chart" Target="/ppt/slides/charts/chart1.xml" Id="Rd14babbc39c44dd8" /><Relationship Type="http://schemas.openxmlformats.org/officeDocument/2006/relationships/chart" Target="/ppt/slides/charts/chart2.xml" Id="R2b3d8eeff22349ef" /><Relationship Type="http://schemas.openxmlformats.org/officeDocument/2006/relationships/notesSlide" Target="/ppt/notesSlides/notesSlide6.xml" Id="Rcada5abee2b4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6b5a355c084593" /><Relationship Type="http://schemas.openxmlformats.org/officeDocument/2006/relationships/chart" Target="/ppt/slides/charts/chart3.xml" Id="R3ed60bc34b134736" /><Relationship Type="http://schemas.openxmlformats.org/officeDocument/2006/relationships/chart" Target="/ppt/slides/charts/chart4.xml" Id="Rb0533ae24a0d48d4" /><Relationship Type="http://schemas.openxmlformats.org/officeDocument/2006/relationships/notesSlide" Target="/ppt/notesSlides/notesSlide7.xml" Id="Rcc798621c9c6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095c377eb64a2b" /><Relationship Type="http://schemas.openxmlformats.org/officeDocument/2006/relationships/chart" Target="/ppt/slides/charts/chart5.xml" Id="R2d5ddbd9bbe74bf8" /><Relationship Type="http://schemas.openxmlformats.org/officeDocument/2006/relationships/chart" Target="/ppt/slides/charts/chart6.xml" Id="R29ef5fd877e244de" /><Relationship Type="http://schemas.openxmlformats.org/officeDocument/2006/relationships/notesSlide" Target="/ppt/notesSlides/notesSlide8.xml" Id="R4977517349b148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588c55feb84060" /><Relationship Type="http://schemas.openxmlformats.org/officeDocument/2006/relationships/chart" Target="/ppt/slides/charts/chart7.xml" Id="R0f45b3eaa45f40b9" /><Relationship Type="http://schemas.openxmlformats.org/officeDocument/2006/relationships/chart" Target="/ppt/slides/charts/chart8.xml" Id="R62fb42415ea343d2" /><Relationship Type="http://schemas.openxmlformats.org/officeDocument/2006/relationships/notesSlide" Target="/ppt/notesSlides/notesSlide9.xml" Id="R6a2cd5b869154a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5f9e76658341c9" /><Relationship Type="http://schemas.openxmlformats.org/officeDocument/2006/relationships/notesSlide" Target="/ppt/notesSlides/notesSlide10.xml" Id="R92cc611c9c964c6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0.01312</c:v>
              </c:pt>
              <c:pt idx="1">
                <c:v>0.12197</c:v>
              </c:pt>
              <c:pt idx="2">
                <c:v>0.18342</c:v>
              </c:pt>
              <c:pt idx="3">
                <c:v>0.27891</c:v>
              </c:pt>
              <c:pt idx="4">
                <c:v>0.25041</c:v>
              </c:pt>
              <c:pt idx="5">
                <c:v>0.11469</c:v>
              </c:pt>
              <c:pt idx="6">
                <c:v>0.08087</c:v>
              </c:pt>
              <c:pt idx="7">
                <c:v>0.15584</c:v>
              </c:pt>
              <c:pt idx="8">
                <c:v>0.11788</c:v>
              </c:pt>
              <c:pt idx="9">
                <c:v>0.06721</c:v>
              </c:pt>
              <c:pt idx="10">
                <c:v>0.02415</c:v>
              </c:pt>
              <c:pt idx="11">
                <c:v>0.06494</c:v>
              </c:pt>
              <c:pt idx="12">
                <c:v>0.10906</c:v>
              </c:pt>
              <c:pt idx="13">
                <c:v>0.14785</c:v>
              </c:pt>
              <c:pt idx="14">
                <c:v>0.14471</c:v>
              </c:pt>
              <c:pt idx="15">
                <c:v>0.12624</c:v>
              </c:pt>
              <c:pt idx="16">
                <c:v>0.18664</c:v>
              </c:pt>
              <c:pt idx="17">
                <c:v>0.23357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0.02079</c:v>
              </c:pt>
              <c:pt idx="1">
                <c:v>0.07571</c:v>
              </c:pt>
              <c:pt idx="2">
                <c:v>0.1708</c:v>
              </c:pt>
              <c:pt idx="3">
                <c:v>0.24919</c:v>
              </c:pt>
              <c:pt idx="4">
                <c:v>0.20521</c:v>
              </c:pt>
              <c:pt idx="5">
                <c:v>0.06974</c:v>
              </c:pt>
              <c:pt idx="6">
                <c:v>0.06079</c:v>
              </c:pt>
              <c:pt idx="7">
                <c:v>0.11935</c:v>
              </c:pt>
              <c:pt idx="8">
                <c:v>0.10428</c:v>
              </c:pt>
              <c:pt idx="9">
                <c:v>0.05548</c:v>
              </c:pt>
              <c:pt idx="10">
                <c:v>0.02986</c:v>
              </c:pt>
              <c:pt idx="11">
                <c:v>0.06929</c:v>
              </c:pt>
              <c:pt idx="12">
                <c:v>0.18295</c:v>
              </c:pt>
              <c:pt idx="13">
                <c:v>0.2427</c:v>
              </c:pt>
              <c:pt idx="14">
                <c:v>0.19832</c:v>
              </c:pt>
              <c:pt idx="15">
                <c:v>0.13343</c:v>
              </c:pt>
              <c:pt idx="16">
                <c:v>0.15633</c:v>
              </c:pt>
              <c:pt idx="17">
                <c:v>0.22103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0.01362</c:v>
              </c:pt>
              <c:pt idx="1">
                <c:v>0.06897</c:v>
              </c:pt>
              <c:pt idx="2">
                <c:v>0.13603</c:v>
              </c:pt>
              <c:pt idx="3">
                <c:v>0.25054</c:v>
              </c:pt>
              <c:pt idx="4">
                <c:v>0.21845</c:v>
              </c:pt>
              <c:pt idx="5">
                <c:v>0.10492</c:v>
              </c:pt>
              <c:pt idx="6">
                <c:v>0.08055</c:v>
              </c:pt>
              <c:pt idx="7">
                <c:v>0.1482</c:v>
              </c:pt>
              <c:pt idx="8">
                <c:v>0.14869</c:v>
              </c:pt>
              <c:pt idx="9">
                <c:v>0.08919</c:v>
              </c:pt>
              <c:pt idx="10">
                <c:v>0.05997</c:v>
              </c:pt>
              <c:pt idx="11">
                <c:v>0.09273</c:v>
              </c:pt>
              <c:pt idx="12">
                <c:v>0.21091</c:v>
              </c:pt>
              <c:pt idx="13">
                <c:v>0.29433</c:v>
              </c:pt>
              <c:pt idx="14">
                <c:v>0.27778</c:v>
              </c:pt>
              <c:pt idx="15">
                <c:v>0.12647</c:v>
              </c:pt>
              <c:pt idx="16">
                <c:v>0.17843</c:v>
              </c:pt>
              <c:pt idx="17">
                <c:v>0.22462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0.01783</c:v>
              </c:pt>
              <c:pt idx="1">
                <c:v>0.08566</c:v>
              </c:pt>
              <c:pt idx="2">
                <c:v>0.08736</c:v>
              </c:pt>
              <c:pt idx="3">
                <c:v>0.05553</c:v>
              </c:pt>
              <c:pt idx="4">
                <c:v>0.06895</c:v>
              </c:pt>
              <c:pt idx="5">
                <c:v>0.03727</c:v>
              </c:pt>
              <c:pt idx="6">
                <c:v>0.03522</c:v>
              </c:pt>
              <c:pt idx="7">
                <c:v>0.05436</c:v>
              </c:pt>
              <c:pt idx="8">
                <c:v>0.04561</c:v>
              </c:pt>
              <c:pt idx="9">
                <c:v>0.03153</c:v>
              </c:pt>
              <c:pt idx="10">
                <c:v>0.03698</c:v>
              </c:pt>
              <c:pt idx="11">
                <c:v>0.06628</c:v>
              </c:pt>
              <c:pt idx="12">
                <c:v>0.0897</c:v>
              </c:pt>
              <c:pt idx="13">
                <c:v>0.05813</c:v>
              </c:pt>
              <c:pt idx="14">
                <c:v>0.04839</c:v>
              </c:pt>
              <c:pt idx="15">
                <c:v>0.04228</c:v>
              </c:pt>
              <c:pt idx="16">
                <c:v>0.06234</c:v>
              </c:pt>
              <c:pt idx="17">
                <c:v>0.10823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0.01612</c:v>
              </c:pt>
              <c:pt idx="1">
                <c:v>0.14</c:v>
              </c:pt>
              <c:pt idx="2">
                <c:v>0.13696</c:v>
              </c:pt>
              <c:pt idx="3">
                <c:v>0.09383</c:v>
              </c:pt>
              <c:pt idx="4">
                <c:v>0.07736</c:v>
              </c:pt>
              <c:pt idx="5">
                <c:v>0.05541</c:v>
              </c:pt>
              <c:pt idx="6">
                <c:v>0.0295</c:v>
              </c:pt>
              <c:pt idx="7">
                <c:v>0.05426</c:v>
              </c:pt>
              <c:pt idx="8">
                <c:v>0.05465</c:v>
              </c:pt>
              <c:pt idx="9">
                <c:v>0.03805</c:v>
              </c:pt>
              <c:pt idx="10">
                <c:v>0.02676</c:v>
              </c:pt>
              <c:pt idx="11">
                <c:v>0.05354</c:v>
              </c:pt>
              <c:pt idx="12">
                <c:v>0.07106</c:v>
              </c:pt>
              <c:pt idx="13">
                <c:v>0.04481</c:v>
              </c:pt>
              <c:pt idx="14">
                <c:v>0.04268</c:v>
              </c:pt>
              <c:pt idx="15">
                <c:v>0.02807</c:v>
              </c:pt>
              <c:pt idx="16">
                <c:v>0.03343</c:v>
              </c:pt>
              <c:pt idx="17">
                <c:v>0.09284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0.01435</c:v>
              </c:pt>
              <c:pt idx="1">
                <c:v>0.12633</c:v>
              </c:pt>
              <c:pt idx="2">
                <c:v>0.12516</c:v>
              </c:pt>
              <c:pt idx="3">
                <c:v>0.10947</c:v>
              </c:pt>
              <c:pt idx="4">
                <c:v>0.11272</c:v>
              </c:pt>
              <c:pt idx="5">
                <c:v>0.06253</c:v>
              </c:pt>
              <c:pt idx="6">
                <c:v>0.03093</c:v>
              </c:pt>
              <c:pt idx="7">
                <c:v>0.07854</c:v>
              </c:pt>
              <c:pt idx="8">
                <c:v>0.07688</c:v>
              </c:pt>
              <c:pt idx="9">
                <c:v>0.04379</c:v>
              </c:pt>
              <c:pt idx="10">
                <c:v>0.0184</c:v>
              </c:pt>
              <c:pt idx="11">
                <c:v>0.03544</c:v>
              </c:pt>
              <c:pt idx="12">
                <c:v>0.05284</c:v>
              </c:pt>
              <c:pt idx="13">
                <c:v>0.04888</c:v>
              </c:pt>
              <c:pt idx="14">
                <c:v>0.04385</c:v>
              </c:pt>
              <c:pt idx="15">
                <c:v>0.03032</c:v>
              </c:pt>
              <c:pt idx="16">
                <c:v>0.03297</c:v>
              </c:pt>
              <c:pt idx="17">
                <c:v>0.08828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滿借場站數與調出＋綁車場站數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A調出＋綁車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0.209302</c:v>
              </c:pt>
              <c:pt idx="1">
                <c:v>4.790698</c:v>
              </c:pt>
              <c:pt idx="2">
                <c:v>10.651163</c:v>
              </c:pt>
              <c:pt idx="3">
                <c:v>15.930233</c:v>
              </c:pt>
              <c:pt idx="4">
                <c:v>10.767442</c:v>
              </c:pt>
              <c:pt idx="5">
                <c:v>4.55814</c:v>
              </c:pt>
              <c:pt idx="6">
                <c:v>4</c:v>
              </c:pt>
              <c:pt idx="7">
                <c:v>7.534884</c:v>
              </c:pt>
              <c:pt idx="8">
                <c:v>4.906977</c:v>
              </c:pt>
              <c:pt idx="9">
                <c:v>2.488372</c:v>
              </c:pt>
              <c:pt idx="10">
                <c:v>1.023256</c:v>
              </c:pt>
              <c:pt idx="11">
                <c:v>4.023256</c:v>
              </c:pt>
              <c:pt idx="12">
                <c:v>7.27907</c:v>
              </c:pt>
              <c:pt idx="13">
                <c:v>7.674419</c:v>
              </c:pt>
              <c:pt idx="14">
                <c:v>4.930233</c:v>
              </c:pt>
              <c:pt idx="15">
                <c:v>3.55814</c:v>
              </c:pt>
              <c:pt idx="16">
                <c:v>5.976744</c:v>
              </c:pt>
              <c:pt idx="17">
                <c:v>5.372093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15.953488</c:v>
              </c:pt>
              <c:pt idx="1">
                <c:v>39.27907</c:v>
              </c:pt>
              <c:pt idx="2">
                <c:v>58.069767</c:v>
              </c:pt>
              <c:pt idx="3">
                <c:v>57.116279</c:v>
              </c:pt>
              <c:pt idx="4">
                <c:v>43</c:v>
              </c:pt>
              <c:pt idx="5">
                <c:v>39.744186</c:v>
              </c:pt>
              <c:pt idx="6">
                <c:v>49.465116</c:v>
              </c:pt>
              <c:pt idx="7">
                <c:v>48.348837</c:v>
              </c:pt>
              <c:pt idx="8">
                <c:v>41.627907</c:v>
              </c:pt>
              <c:pt idx="9">
                <c:v>37.023256</c:v>
              </c:pt>
              <c:pt idx="10">
                <c:v>42.372093</c:v>
              </c:pt>
              <c:pt idx="11">
                <c:v>61.953488</c:v>
              </c:pt>
              <c:pt idx="12">
                <c:v>66.744186</c:v>
              </c:pt>
              <c:pt idx="13">
                <c:v>51.906977</c:v>
              </c:pt>
              <c:pt idx="14">
                <c:v>34.069767</c:v>
              </c:pt>
              <c:pt idx="15">
                <c:v>28.186047</c:v>
              </c:pt>
              <c:pt idx="16">
                <c:v>32.023256</c:v>
              </c:pt>
              <c:pt idx="17">
                <c:v>23</c:v>
              </c:pt>
            </c:numLit>
          </c:val>
          <c:smooth val="0"/>
        </c:ser>
        <c:ser>
          <c:idx val="2"/>
          <c:order val="2"/>
          <c:tx>
            <c:v>B調出＋綁車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0.209302</c:v>
              </c:pt>
              <c:pt idx="1">
                <c:v>2.790698</c:v>
              </c:pt>
              <c:pt idx="2">
                <c:v>10.72093</c:v>
              </c:pt>
              <c:pt idx="3">
                <c:v>16.046512</c:v>
              </c:pt>
              <c:pt idx="4">
                <c:v>9.534884</c:v>
              </c:pt>
              <c:pt idx="5">
                <c:v>2.674419</c:v>
              </c:pt>
              <c:pt idx="6">
                <c:v>2.372093</c:v>
              </c:pt>
              <c:pt idx="7">
                <c:v>5.093023</c:v>
              </c:pt>
              <c:pt idx="8">
                <c:v>4.139535</c:v>
              </c:pt>
              <c:pt idx="9">
                <c:v>1.953488</c:v>
              </c:pt>
              <c:pt idx="10">
                <c:v>1.093023</c:v>
              </c:pt>
              <c:pt idx="11">
                <c:v>3.27907</c:v>
              </c:pt>
              <c:pt idx="12">
                <c:v>10.27907</c:v>
              </c:pt>
              <c:pt idx="13">
                <c:v>13.534884</c:v>
              </c:pt>
              <c:pt idx="14">
                <c:v>8.767442</c:v>
              </c:pt>
              <c:pt idx="15">
                <c:v>6.209302</c:v>
              </c:pt>
              <c:pt idx="16">
                <c:v>8.44186</c:v>
              </c:pt>
              <c:pt idx="17">
                <c:v>8.116279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10.069767</c:v>
              </c:pt>
              <c:pt idx="1">
                <c:v>36.860465</c:v>
              </c:pt>
              <c:pt idx="2">
                <c:v>62.767442</c:v>
              </c:pt>
              <c:pt idx="3">
                <c:v>64.395349</c:v>
              </c:pt>
              <c:pt idx="4">
                <c:v>46.465116</c:v>
              </c:pt>
              <c:pt idx="5">
                <c:v>38.348837</c:v>
              </c:pt>
              <c:pt idx="6">
                <c:v>39.023256</c:v>
              </c:pt>
              <c:pt idx="7">
                <c:v>42.674419</c:v>
              </c:pt>
              <c:pt idx="8">
                <c:v>39.697674</c:v>
              </c:pt>
              <c:pt idx="9">
                <c:v>35.209302</c:v>
              </c:pt>
              <c:pt idx="10">
                <c:v>36.604651</c:v>
              </c:pt>
              <c:pt idx="11">
                <c:v>47.325581</c:v>
              </c:pt>
              <c:pt idx="12">
                <c:v>56.186047</c:v>
              </c:pt>
              <c:pt idx="13">
                <c:v>55.767442</c:v>
              </c:pt>
              <c:pt idx="14">
                <c:v>44.209302</c:v>
              </c:pt>
              <c:pt idx="15">
                <c:v>46.534884</c:v>
              </c:pt>
              <c:pt idx="16">
                <c:v>54</c:v>
              </c:pt>
              <c:pt idx="17">
                <c:v>36.72093</c:v>
              </c:pt>
            </c:numLit>
          </c:val>
          <c:smooth val="0"/>
        </c:ser>
        <c:ser>
          <c:idx val="4"/>
          <c:order val="4"/>
          <c:tx>
            <c:v>C調出＋綁車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0.116279</c:v>
              </c:pt>
              <c:pt idx="1">
                <c:v>1.860465</c:v>
              </c:pt>
              <c:pt idx="2">
                <c:v>5.162791</c:v>
              </c:pt>
              <c:pt idx="3">
                <c:v>8.046512</c:v>
              </c:pt>
              <c:pt idx="4">
                <c:v>4.186047</c:v>
              </c:pt>
              <c:pt idx="5">
                <c:v>1.488372</c:v>
              </c:pt>
              <c:pt idx="6">
                <c:v>1.232558</c:v>
              </c:pt>
              <c:pt idx="7">
                <c:v>2.674419</c:v>
              </c:pt>
              <c:pt idx="8">
                <c:v>2.372093</c:v>
              </c:pt>
              <c:pt idx="9">
                <c:v>1.209302</c:v>
              </c:pt>
              <c:pt idx="10">
                <c:v>1.069767</c:v>
              </c:pt>
              <c:pt idx="11">
                <c:v>2.046512</c:v>
              </c:pt>
              <c:pt idx="12">
                <c:v>6.116279</c:v>
              </c:pt>
              <c:pt idx="13">
                <c:v>9.302326</c:v>
              </c:pt>
              <c:pt idx="14">
                <c:v>6.744186</c:v>
              </c:pt>
              <c:pt idx="15">
                <c:v>3.255814</c:v>
              </c:pt>
              <c:pt idx="16">
                <c:v>5.232558</c:v>
              </c:pt>
              <c:pt idx="17">
                <c:v>4.116279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8.534884</c:v>
              </c:pt>
              <c:pt idx="1">
                <c:v>26.976744</c:v>
              </c:pt>
              <c:pt idx="2">
                <c:v>37.953488</c:v>
              </c:pt>
              <c:pt idx="3">
                <c:v>32.116279</c:v>
              </c:pt>
              <c:pt idx="4">
                <c:v>19.162791</c:v>
              </c:pt>
              <c:pt idx="5">
                <c:v>14.186047</c:v>
              </c:pt>
              <c:pt idx="6">
                <c:v>15.302326</c:v>
              </c:pt>
              <c:pt idx="7">
                <c:v>18.046512</c:v>
              </c:pt>
              <c:pt idx="8">
                <c:v>15.953488</c:v>
              </c:pt>
              <c:pt idx="9">
                <c:v>13.55814</c:v>
              </c:pt>
              <c:pt idx="10">
                <c:v>17.837209</c:v>
              </c:pt>
              <c:pt idx="11">
                <c:v>22.069767</c:v>
              </c:pt>
              <c:pt idx="12">
                <c:v>29</c:v>
              </c:pt>
              <c:pt idx="13">
                <c:v>31.604651</c:v>
              </c:pt>
              <c:pt idx="14">
                <c:v>24.27907</c:v>
              </c:pt>
              <c:pt idx="15">
                <c:v>25.744186</c:v>
              </c:pt>
              <c:pt idx="16">
                <c:v>29.325581</c:v>
              </c:pt>
              <c:pt idx="17">
                <c:v>18.325581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空還場站數與調入＋解綁車場站數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A調入＋解綁車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0.604651</c:v>
              </c:pt>
              <c:pt idx="1">
                <c:v>7.55814</c:v>
              </c:pt>
              <c:pt idx="2">
                <c:v>12.395349</c:v>
              </c:pt>
              <c:pt idx="3">
                <c:v>7.72093</c:v>
              </c:pt>
              <c:pt idx="4">
                <c:v>9</c:v>
              </c:pt>
              <c:pt idx="5">
                <c:v>4.465116</c:v>
              </c:pt>
              <c:pt idx="6">
                <c:v>3.930233</c:v>
              </c:pt>
              <c:pt idx="7">
                <c:v>5.418605</c:v>
              </c:pt>
              <c:pt idx="8">
                <c:v>4.069767</c:v>
              </c:pt>
              <c:pt idx="9">
                <c:v>2.581395</c:v>
              </c:pt>
              <c:pt idx="10">
                <c:v>3.186047</c:v>
              </c:pt>
              <c:pt idx="11">
                <c:v>7.209302</c:v>
              </c:pt>
              <c:pt idx="12">
                <c:v>11.139535</c:v>
              </c:pt>
              <c:pt idx="13">
                <c:v>6.465116</c:v>
              </c:pt>
              <c:pt idx="14">
                <c:v>5.72093</c:v>
              </c:pt>
              <c:pt idx="15">
                <c:v>6</c:v>
              </c:pt>
              <c:pt idx="16">
                <c:v>9.093023</c:v>
              </c:pt>
              <c:pt idx="17">
                <c:v>12.116279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33.906977</c:v>
              </c:pt>
              <c:pt idx="1">
                <c:v>88.232558</c:v>
              </c:pt>
              <c:pt idx="2">
                <c:v>141.883721</c:v>
              </c:pt>
              <c:pt idx="3">
                <c:v>139.046512</c:v>
              </c:pt>
              <c:pt idx="4">
                <c:v>130.534884</c:v>
              </c:pt>
              <c:pt idx="5">
                <c:v>119.790698</c:v>
              </c:pt>
              <c:pt idx="6">
                <c:v>111.604651</c:v>
              </c:pt>
              <c:pt idx="7">
                <c:v>99.674419</c:v>
              </c:pt>
              <c:pt idx="8">
                <c:v>89.232558</c:v>
              </c:pt>
              <c:pt idx="9">
                <c:v>81.883721</c:v>
              </c:pt>
              <c:pt idx="10">
                <c:v>86.162791</c:v>
              </c:pt>
              <c:pt idx="11">
                <c:v>108.767442</c:v>
              </c:pt>
              <c:pt idx="12">
                <c:v>124.186047</c:v>
              </c:pt>
              <c:pt idx="13">
                <c:v>111.209302</c:v>
              </c:pt>
              <c:pt idx="14">
                <c:v>118.232558</c:v>
              </c:pt>
              <c:pt idx="15">
                <c:v>141.906977</c:v>
              </c:pt>
              <c:pt idx="16">
                <c:v>145.860465</c:v>
              </c:pt>
              <c:pt idx="17">
                <c:v>111.953488</c:v>
              </c:pt>
            </c:numLit>
          </c:val>
          <c:smooth val="0"/>
        </c:ser>
        <c:ser>
          <c:idx val="2"/>
          <c:order val="2"/>
          <c:tx>
            <c:v>B調入＋解綁車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0.697674</c:v>
              </c:pt>
              <c:pt idx="1">
                <c:v>15.302326</c:v>
              </c:pt>
              <c:pt idx="2">
                <c:v>22.906977</c:v>
              </c:pt>
              <c:pt idx="3">
                <c:v>14.534884</c:v>
              </c:pt>
              <c:pt idx="4">
                <c:v>11.046512</c:v>
              </c:pt>
              <c:pt idx="5">
                <c:v>7.860465</c:v>
              </c:pt>
              <c:pt idx="6">
                <c:v>4.604651</c:v>
              </c:pt>
              <c:pt idx="7">
                <c:v>6.813953</c:v>
              </c:pt>
              <c:pt idx="8">
                <c:v>5.837209</c:v>
              </c:pt>
              <c:pt idx="9">
                <c:v>3.767442</c:v>
              </c:pt>
              <c:pt idx="10">
                <c:v>3</c:v>
              </c:pt>
              <c:pt idx="11">
                <c:v>8.325581</c:v>
              </c:pt>
              <c:pt idx="12">
                <c:v>12.232558</c:v>
              </c:pt>
              <c:pt idx="13">
                <c:v>6.302326</c:v>
              </c:pt>
              <c:pt idx="14">
                <c:v>5.372093</c:v>
              </c:pt>
              <c:pt idx="15">
                <c:v>3.581395</c:v>
              </c:pt>
              <c:pt idx="16">
                <c:v>3.604651</c:v>
              </c:pt>
              <c:pt idx="17">
                <c:v>6.186047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43.27907</c:v>
              </c:pt>
              <c:pt idx="1">
                <c:v>109.302326</c:v>
              </c:pt>
              <c:pt idx="2">
                <c:v>167.255814</c:v>
              </c:pt>
              <c:pt idx="3">
                <c:v>154.906977</c:v>
              </c:pt>
              <c:pt idx="4">
                <c:v>142.790698</c:v>
              </c:pt>
              <c:pt idx="5">
                <c:v>141.860465</c:v>
              </c:pt>
              <c:pt idx="6">
                <c:v>156.116279</c:v>
              </c:pt>
              <c:pt idx="7">
                <c:v>125.581395</c:v>
              </c:pt>
              <c:pt idx="8">
                <c:v>106.813953</c:v>
              </c:pt>
              <c:pt idx="9">
                <c:v>99.023256</c:v>
              </c:pt>
              <c:pt idx="10">
                <c:v>112.093023</c:v>
              </c:pt>
              <c:pt idx="11">
                <c:v>155.488372</c:v>
              </c:pt>
              <c:pt idx="12">
                <c:v>172.139535</c:v>
              </c:pt>
              <c:pt idx="13">
                <c:v>140.651163</c:v>
              </c:pt>
              <c:pt idx="14">
                <c:v>125.860465</c:v>
              </c:pt>
              <c:pt idx="15">
                <c:v>127.604651</c:v>
              </c:pt>
              <c:pt idx="16">
                <c:v>107.837209</c:v>
              </c:pt>
              <c:pt idx="17">
                <c:v>66.627907</c:v>
              </c:pt>
            </c:numLit>
          </c:val>
          <c:smooth val="0"/>
        </c:ser>
        <c:ser>
          <c:idx val="4"/>
          <c:order val="4"/>
          <c:tx>
            <c:v>C調入＋解綁車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0.418605</c:v>
              </c:pt>
              <c:pt idx="1">
                <c:v>9.651163</c:v>
              </c:pt>
              <c:pt idx="2">
                <c:v>16.418605</c:v>
              </c:pt>
              <c:pt idx="3">
                <c:v>13.418605</c:v>
              </c:pt>
              <c:pt idx="4">
                <c:v>12.139535</c:v>
              </c:pt>
              <c:pt idx="5">
                <c:v>6.511628</c:v>
              </c:pt>
              <c:pt idx="6">
                <c:v>4.023256</c:v>
              </c:pt>
              <c:pt idx="7">
                <c:v>8.232558</c:v>
              </c:pt>
              <c:pt idx="8">
                <c:v>6.627907</c:v>
              </c:pt>
              <c:pt idx="9">
                <c:v>3.604651</c:v>
              </c:pt>
              <c:pt idx="10">
                <c:v>1.930233</c:v>
              </c:pt>
              <c:pt idx="11">
                <c:v>5.139535</c:v>
              </c:pt>
              <c:pt idx="12">
                <c:v>7.930233</c:v>
              </c:pt>
              <c:pt idx="13">
                <c:v>5.348837</c:v>
              </c:pt>
              <c:pt idx="14">
                <c:v>3.790698</c:v>
              </c:pt>
              <c:pt idx="15">
                <c:v>2.302326</c:v>
              </c:pt>
              <c:pt idx="16">
                <c:v>1.953488</c:v>
              </c:pt>
              <c:pt idx="17">
                <c:v>2.627907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29.162791</c:v>
              </c:pt>
              <c:pt idx="1">
                <c:v>76.395349</c:v>
              </c:pt>
              <c:pt idx="2">
                <c:v>131.186047</c:v>
              </c:pt>
              <c:pt idx="3">
                <c:v>122.581395</c:v>
              </c:pt>
              <c:pt idx="4">
                <c:v>107.697674</c:v>
              </c:pt>
              <c:pt idx="5">
                <c:v>104.139535</c:v>
              </c:pt>
              <c:pt idx="6">
                <c:v>130.093023</c:v>
              </c:pt>
              <c:pt idx="7">
                <c:v>104.813953</c:v>
              </c:pt>
              <c:pt idx="8">
                <c:v>86.209302</c:v>
              </c:pt>
              <c:pt idx="9">
                <c:v>82.325581</c:v>
              </c:pt>
              <c:pt idx="10">
                <c:v>104.906977</c:v>
              </c:pt>
              <c:pt idx="11">
                <c:v>145.023256</c:v>
              </c:pt>
              <c:pt idx="12">
                <c:v>150.093023</c:v>
              </c:pt>
              <c:pt idx="13">
                <c:v>109.418605</c:v>
              </c:pt>
              <c:pt idx="14">
                <c:v>86.44186</c:v>
              </c:pt>
              <c:pt idx="15">
                <c:v>75.930233</c:v>
              </c:pt>
              <c:pt idx="16">
                <c:v>59.255814</c:v>
              </c:pt>
              <c:pt idx="17">
                <c:v>29.767442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0.10549</c:v>
              </c:pt>
              <c:pt idx="1">
                <c:v>0.18433</c:v>
              </c:pt>
              <c:pt idx="2">
                <c:v>0.28356</c:v>
              </c:pt>
              <c:pt idx="3">
                <c:v>0.32927</c:v>
              </c:pt>
              <c:pt idx="4">
                <c:v>0.21053</c:v>
              </c:pt>
              <c:pt idx="5">
                <c:v>0.21127</c:v>
              </c:pt>
              <c:pt idx="6">
                <c:v>0.13551</c:v>
              </c:pt>
              <c:pt idx="7">
                <c:v>0.2138</c:v>
              </c:pt>
              <c:pt idx="8">
                <c:v>0.20889</c:v>
              </c:pt>
              <c:pt idx="9">
                <c:v>0.12434</c:v>
              </c:pt>
              <c:pt idx="10">
                <c:v>0.07799</c:v>
              </c:pt>
              <c:pt idx="11">
                <c:v>0.14994</c:v>
              </c:pt>
              <c:pt idx="12">
                <c:v>0.30745</c:v>
              </c:pt>
              <c:pt idx="13">
                <c:v>0.3437</c:v>
              </c:pt>
              <c:pt idx="14">
                <c:v>0.2796</c:v>
              </c:pt>
              <c:pt idx="15">
                <c:v>0.26073</c:v>
              </c:pt>
              <c:pt idx="16">
                <c:v>0.38889</c:v>
              </c:pt>
              <c:pt idx="17">
                <c:v>0.39918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0.02572</c:v>
              </c:pt>
              <c:pt idx="1">
                <c:v>0.0876</c:v>
              </c:pt>
              <c:pt idx="2">
                <c:v>0.27224</c:v>
              </c:pt>
              <c:pt idx="3">
                <c:v>0.33088</c:v>
              </c:pt>
              <c:pt idx="4">
                <c:v>0.30392</c:v>
              </c:pt>
              <c:pt idx="5">
                <c:v>0.19192</c:v>
              </c:pt>
              <c:pt idx="6">
                <c:v>0.08333</c:v>
              </c:pt>
              <c:pt idx="7">
                <c:v>0.15859</c:v>
              </c:pt>
              <c:pt idx="8">
                <c:v>0.17778</c:v>
              </c:pt>
              <c:pt idx="9">
                <c:v>0.23567</c:v>
              </c:pt>
              <c:pt idx="10">
                <c:v>0.09778</c:v>
              </c:pt>
              <c:pt idx="11">
                <c:v>0.22822</c:v>
              </c:pt>
              <c:pt idx="12">
                <c:v>0.35788</c:v>
              </c:pt>
              <c:pt idx="13">
                <c:v>0.40641</c:v>
              </c:pt>
              <c:pt idx="14">
                <c:v>0.3192</c:v>
              </c:pt>
              <c:pt idx="15">
                <c:v>0.31781</c:v>
              </c:pt>
              <c:pt idx="16">
                <c:v>0.37701</c:v>
              </c:pt>
              <c:pt idx="17">
                <c:v>0.36017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0.03704</c:v>
              </c:pt>
              <c:pt idx="1">
                <c:v>0.16256</c:v>
              </c:pt>
              <c:pt idx="2">
                <c:v>0.23881</c:v>
              </c:pt>
              <c:pt idx="3">
                <c:v>0.25664</c:v>
              </c:pt>
              <c:pt idx="4">
                <c:v>0.25</c:v>
              </c:pt>
              <c:pt idx="5">
                <c:v>0.17647</c:v>
              </c:pt>
              <c:pt idx="6">
                <c:v>0.10294</c:v>
              </c:pt>
              <c:pt idx="7">
                <c:v>0.30488</c:v>
              </c:pt>
              <c:pt idx="8">
                <c:v>0.19277</c:v>
              </c:pt>
              <c:pt idx="9">
                <c:v>0.17582</c:v>
              </c:pt>
              <c:pt idx="10">
                <c:v>0.08462</c:v>
              </c:pt>
              <c:pt idx="11">
                <c:v>0.26794</c:v>
              </c:pt>
              <c:pt idx="12">
                <c:v>0.38</c:v>
              </c:pt>
              <c:pt idx="13">
                <c:v>0.41322</c:v>
              </c:pt>
              <c:pt idx="14">
                <c:v>0.40698</c:v>
              </c:pt>
              <c:pt idx="15">
                <c:v>0.25676</c:v>
              </c:pt>
              <c:pt idx="16">
                <c:v>0.2716</c:v>
              </c:pt>
              <c:pt idx="17">
                <c:v>0.33333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0.05955</c:v>
              </c:pt>
              <c:pt idx="1">
                <c:v>0.15909</c:v>
              </c:pt>
              <c:pt idx="2">
                <c:v>0.13773</c:v>
              </c:pt>
              <c:pt idx="3">
                <c:v>0.12031</c:v>
              </c:pt>
              <c:pt idx="4">
                <c:v>0.13703</c:v>
              </c:pt>
              <c:pt idx="5">
                <c:v>0.11007</c:v>
              </c:pt>
              <c:pt idx="6">
                <c:v>0.03032</c:v>
              </c:pt>
              <c:pt idx="7">
                <c:v>0.05401</c:v>
              </c:pt>
              <c:pt idx="8">
                <c:v>0.0685</c:v>
              </c:pt>
              <c:pt idx="9">
                <c:v>0.03534</c:v>
              </c:pt>
              <c:pt idx="10">
                <c:v>0.04562</c:v>
              </c:pt>
              <c:pt idx="11">
                <c:v>0.05706</c:v>
              </c:pt>
              <c:pt idx="12">
                <c:v>0.14085</c:v>
              </c:pt>
              <c:pt idx="13">
                <c:v>0.14247</c:v>
              </c:pt>
              <c:pt idx="14">
                <c:v>0.13899</c:v>
              </c:pt>
              <c:pt idx="15">
                <c:v>0.10423</c:v>
              </c:pt>
              <c:pt idx="16">
                <c:v>0.20156</c:v>
              </c:pt>
              <c:pt idx="17">
                <c:v>0.2107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0.06151</c:v>
              </c:pt>
              <c:pt idx="1">
                <c:v>0.1544</c:v>
              </c:pt>
              <c:pt idx="2">
                <c:v>0.15115</c:v>
              </c:pt>
              <c:pt idx="3">
                <c:v>0.14164</c:v>
              </c:pt>
              <c:pt idx="4">
                <c:v>0.14704</c:v>
              </c:pt>
              <c:pt idx="5">
                <c:v>0.095</c:v>
              </c:pt>
              <c:pt idx="6">
                <c:v>0.03821</c:v>
              </c:pt>
              <c:pt idx="7">
                <c:v>0.06415</c:v>
              </c:pt>
              <c:pt idx="8">
                <c:v>0.06718</c:v>
              </c:pt>
              <c:pt idx="9">
                <c:v>0.0347</c:v>
              </c:pt>
              <c:pt idx="10">
                <c:v>0.01355</c:v>
              </c:pt>
              <c:pt idx="11">
                <c:v>0.04352</c:v>
              </c:pt>
              <c:pt idx="12">
                <c:v>0.05941</c:v>
              </c:pt>
              <c:pt idx="13">
                <c:v>0.07795</c:v>
              </c:pt>
              <c:pt idx="14">
                <c:v>0.08319</c:v>
              </c:pt>
              <c:pt idx="15">
                <c:v>0.0416</c:v>
              </c:pt>
              <c:pt idx="16">
                <c:v>0.1157</c:v>
              </c:pt>
              <c:pt idx="17">
                <c:v>0.2184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0.00587</c:v>
              </c:pt>
              <c:pt idx="1">
                <c:v>0.07703</c:v>
              </c:pt>
              <c:pt idx="2">
                <c:v>0.08485</c:v>
              </c:pt>
              <c:pt idx="3">
                <c:v>0.10661</c:v>
              </c:pt>
              <c:pt idx="4">
                <c:v>0.10804</c:v>
              </c:pt>
              <c:pt idx="5">
                <c:v>0.08567</c:v>
              </c:pt>
              <c:pt idx="6">
                <c:v>0.04095</c:v>
              </c:pt>
              <c:pt idx="7">
                <c:v>0.05192</c:v>
              </c:pt>
              <c:pt idx="8">
                <c:v>0.06692</c:v>
              </c:pt>
              <c:pt idx="9">
                <c:v>0.04728</c:v>
              </c:pt>
              <c:pt idx="10">
                <c:v>0.00977</c:v>
              </c:pt>
              <c:pt idx="11">
                <c:v>0.02555</c:v>
              </c:pt>
              <c:pt idx="12">
                <c:v>0.04361</c:v>
              </c:pt>
              <c:pt idx="13">
                <c:v>0.05707</c:v>
              </c:pt>
              <c:pt idx="14">
                <c:v>0.06643</c:v>
              </c:pt>
              <c:pt idx="15">
                <c:v>0.03849</c:v>
              </c:pt>
              <c:pt idx="16">
                <c:v>0.08535</c:v>
              </c:pt>
              <c:pt idx="17">
                <c:v>0.11241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滿借場站數與調出＋綁車場站數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A調出＋綁車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1.162791</c:v>
              </c:pt>
              <c:pt idx="1">
                <c:v>3.72093</c:v>
              </c:pt>
              <c:pt idx="2">
                <c:v>4.813953</c:v>
              </c:pt>
              <c:pt idx="3">
                <c:v>3.767442</c:v>
              </c:pt>
              <c:pt idx="4">
                <c:v>1.674419</c:v>
              </c:pt>
              <c:pt idx="5">
                <c:v>1.744186</c:v>
              </c:pt>
              <c:pt idx="6">
                <c:v>1.837209</c:v>
              </c:pt>
              <c:pt idx="7">
                <c:v>2.953488</c:v>
              </c:pt>
              <c:pt idx="8">
                <c:v>2.186047</c:v>
              </c:pt>
              <c:pt idx="9">
                <c:v>1.093023</c:v>
              </c:pt>
              <c:pt idx="10">
                <c:v>1.046512</c:v>
              </c:pt>
              <c:pt idx="11">
                <c:v>3.023256</c:v>
              </c:pt>
              <c:pt idx="12">
                <c:v>6.906977</c:v>
              </c:pt>
              <c:pt idx="13">
                <c:v>5.395349</c:v>
              </c:pt>
              <c:pt idx="14">
                <c:v>2.581395</c:v>
              </c:pt>
              <c:pt idx="15">
                <c:v>1.837209</c:v>
              </c:pt>
              <c:pt idx="16">
                <c:v>3.093023</c:v>
              </c:pt>
              <c:pt idx="17">
                <c:v>2.255814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11.023256</c:v>
              </c:pt>
              <c:pt idx="1">
                <c:v>20.186047</c:v>
              </c:pt>
              <c:pt idx="2">
                <c:v>16.976744</c:v>
              </c:pt>
              <c:pt idx="3">
                <c:v>11.44186</c:v>
              </c:pt>
              <c:pt idx="4">
                <c:v>7.953488</c:v>
              </c:pt>
              <c:pt idx="5">
                <c:v>8.255814</c:v>
              </c:pt>
              <c:pt idx="6">
                <c:v>13.55814</c:v>
              </c:pt>
              <c:pt idx="7">
                <c:v>13.813953</c:v>
              </c:pt>
              <c:pt idx="8">
                <c:v>10.465116</c:v>
              </c:pt>
              <c:pt idx="9">
                <c:v>8.790698</c:v>
              </c:pt>
              <c:pt idx="10">
                <c:v>13.418605</c:v>
              </c:pt>
              <c:pt idx="11">
                <c:v>20.162791</c:v>
              </c:pt>
              <c:pt idx="12">
                <c:v>22.465116</c:v>
              </c:pt>
              <c:pt idx="13">
                <c:v>15.697674</c:v>
              </c:pt>
              <c:pt idx="14">
                <c:v>9.232558</c:v>
              </c:pt>
              <c:pt idx="15">
                <c:v>7.046512</c:v>
              </c:pt>
              <c:pt idx="16">
                <c:v>7.953488</c:v>
              </c:pt>
              <c:pt idx="17">
                <c:v>5.651163</c:v>
              </c:pt>
            </c:numLit>
          </c:val>
          <c:smooth val="0"/>
        </c:ser>
        <c:ser>
          <c:idx val="2"/>
          <c:order val="2"/>
          <c:tx>
            <c:v>B調出＋綁車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0.186047</c:v>
              </c:pt>
              <c:pt idx="1">
                <c:v>1.232558</c:v>
              </c:pt>
              <c:pt idx="2">
                <c:v>2.348837</c:v>
              </c:pt>
              <c:pt idx="3">
                <c:v>1.046512</c:v>
              </c:pt>
              <c:pt idx="4">
                <c:v>0.72093</c:v>
              </c:pt>
              <c:pt idx="5">
                <c:v>0.44186</c:v>
              </c:pt>
              <c:pt idx="6">
                <c:v>0.372093</c:v>
              </c:pt>
              <c:pt idx="7">
                <c:v>0.837209</c:v>
              </c:pt>
              <c:pt idx="8">
                <c:v>0.744186</c:v>
              </c:pt>
              <c:pt idx="9">
                <c:v>0.860465</c:v>
              </c:pt>
              <c:pt idx="10">
                <c:v>0.511628</c:v>
              </c:pt>
              <c:pt idx="11">
                <c:v>2.55814</c:v>
              </c:pt>
              <c:pt idx="12">
                <c:v>5.651163</c:v>
              </c:pt>
              <c:pt idx="13">
                <c:v>5.604651</c:v>
              </c:pt>
              <c:pt idx="14">
                <c:v>2.976744</c:v>
              </c:pt>
              <c:pt idx="15">
                <c:v>2.697674</c:v>
              </c:pt>
              <c:pt idx="16">
                <c:v>3.813953</c:v>
              </c:pt>
              <c:pt idx="17">
                <c:v>1.976744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7.232558</c:v>
              </c:pt>
              <c:pt idx="1">
                <c:v>14.069767</c:v>
              </c:pt>
              <c:pt idx="2">
                <c:v>8.627907</c:v>
              </c:pt>
              <c:pt idx="3">
                <c:v>3.162791</c:v>
              </c:pt>
              <c:pt idx="4">
                <c:v>2.372093</c:v>
              </c:pt>
              <c:pt idx="5">
                <c:v>2.302326</c:v>
              </c:pt>
              <c:pt idx="6">
                <c:v>4.465116</c:v>
              </c:pt>
              <c:pt idx="7">
                <c:v>5.27907</c:v>
              </c:pt>
              <c:pt idx="8">
                <c:v>4.186047</c:v>
              </c:pt>
              <c:pt idx="9">
                <c:v>3.651163</c:v>
              </c:pt>
              <c:pt idx="10">
                <c:v>5.232558</c:v>
              </c:pt>
              <c:pt idx="11">
                <c:v>11.209302</c:v>
              </c:pt>
              <c:pt idx="12">
                <c:v>15.790698</c:v>
              </c:pt>
              <c:pt idx="13">
                <c:v>13.790698</c:v>
              </c:pt>
              <c:pt idx="14">
                <c:v>9.325581</c:v>
              </c:pt>
              <c:pt idx="15">
                <c:v>8.488372</c:v>
              </c:pt>
              <c:pt idx="16">
                <c:v>10.116279</c:v>
              </c:pt>
              <c:pt idx="17">
                <c:v>5.488372</c:v>
              </c:pt>
            </c:numLit>
          </c:val>
          <c:smooth val="0"/>
        </c:ser>
        <c:ser>
          <c:idx val="4"/>
          <c:order val="4"/>
          <c:tx>
            <c:v>C調出＋綁車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0.069767</c:v>
              </c:pt>
              <c:pt idx="1">
                <c:v>0.767442</c:v>
              </c:pt>
              <c:pt idx="2">
                <c:v>1.116279</c:v>
              </c:pt>
              <c:pt idx="3">
                <c:v>0.674419</c:v>
              </c:pt>
              <c:pt idx="4">
                <c:v>0.372093</c:v>
              </c:pt>
              <c:pt idx="5">
                <c:v>0.209302</c:v>
              </c:pt>
              <c:pt idx="6">
                <c:v>0.162791</c:v>
              </c:pt>
              <c:pt idx="7">
                <c:v>0.581395</c:v>
              </c:pt>
              <c:pt idx="8">
                <c:v>0.372093</c:v>
              </c:pt>
              <c:pt idx="9">
                <c:v>0.372093</c:v>
              </c:pt>
              <c:pt idx="10">
                <c:v>0.255814</c:v>
              </c:pt>
              <c:pt idx="11">
                <c:v>1.302326</c:v>
              </c:pt>
              <c:pt idx="12">
                <c:v>1.325581</c:v>
              </c:pt>
              <c:pt idx="13">
                <c:v>1.162791</c:v>
              </c:pt>
              <c:pt idx="14">
                <c:v>0.813953</c:v>
              </c:pt>
              <c:pt idx="15">
                <c:v>0.44186</c:v>
              </c:pt>
              <c:pt idx="16">
                <c:v>0.511628</c:v>
              </c:pt>
              <c:pt idx="17">
                <c:v>0.418605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1.883721</c:v>
              </c:pt>
              <c:pt idx="1">
                <c:v>4.72093</c:v>
              </c:pt>
              <c:pt idx="2">
                <c:v>4.674419</c:v>
              </c:pt>
              <c:pt idx="3">
                <c:v>2.627907</c:v>
              </c:pt>
              <c:pt idx="4">
                <c:v>1.488372</c:v>
              </c:pt>
              <c:pt idx="5">
                <c:v>1.186047</c:v>
              </c:pt>
              <c:pt idx="6">
                <c:v>1.581395</c:v>
              </c:pt>
              <c:pt idx="7">
                <c:v>1.906977</c:v>
              </c:pt>
              <c:pt idx="8">
                <c:v>1.930233</c:v>
              </c:pt>
              <c:pt idx="9">
                <c:v>2.116279</c:v>
              </c:pt>
              <c:pt idx="10">
                <c:v>3.023256</c:v>
              </c:pt>
              <c:pt idx="11">
                <c:v>4.860465</c:v>
              </c:pt>
              <c:pt idx="12">
                <c:v>3.488372</c:v>
              </c:pt>
              <c:pt idx="13">
                <c:v>2.813953</c:v>
              </c:pt>
              <c:pt idx="14">
                <c:v>2</c:v>
              </c:pt>
              <c:pt idx="15">
                <c:v>1.72093</c:v>
              </c:pt>
              <c:pt idx="16">
                <c:v>1.883721</c:v>
              </c:pt>
              <c:pt idx="17">
                <c:v>1.255814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空還場站數與調入＋解綁車場站數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A調入＋解綁車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2.139535</c:v>
              </c:pt>
              <c:pt idx="1">
                <c:v>18.55814</c:v>
              </c:pt>
              <c:pt idx="2">
                <c:v>25.325581</c:v>
              </c:pt>
              <c:pt idx="3">
                <c:v>19.906977</c:v>
              </c:pt>
              <c:pt idx="4">
                <c:v>20.162791</c:v>
              </c:pt>
              <c:pt idx="5">
                <c:v>14.255814</c:v>
              </c:pt>
              <c:pt idx="6">
                <c:v>4.55814</c:v>
              </c:pt>
              <c:pt idx="7">
                <c:v>7.162791</c:v>
              </c:pt>
              <c:pt idx="8">
                <c:v>7.534884</c:v>
              </c:pt>
              <c:pt idx="9">
                <c:v>3.534884</c:v>
              </c:pt>
              <c:pt idx="10">
                <c:v>4.930233</c:v>
              </c:pt>
              <c:pt idx="11">
                <c:v>6.674419</c:v>
              </c:pt>
              <c:pt idx="12">
                <c:v>15.395349</c:v>
              </c:pt>
              <c:pt idx="13">
                <c:v>15.976744</c:v>
              </c:pt>
              <c:pt idx="14">
                <c:v>16.976744</c:v>
              </c:pt>
              <c:pt idx="15">
                <c:v>14.395349</c:v>
              </c:pt>
              <c:pt idx="16">
                <c:v>27.046512</c:v>
              </c:pt>
              <c:pt idx="17">
                <c:v>18.767442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35.930233</c:v>
              </c:pt>
              <c:pt idx="1">
                <c:v>116.651163</c:v>
              </c:pt>
              <c:pt idx="2">
                <c:v>183.883721</c:v>
              </c:pt>
              <c:pt idx="3">
                <c:v>165.465116</c:v>
              </c:pt>
              <c:pt idx="4">
                <c:v>147.139535</c:v>
              </c:pt>
              <c:pt idx="5">
                <c:v>129.511628</c:v>
              </c:pt>
              <c:pt idx="6">
                <c:v>150.348837</c:v>
              </c:pt>
              <c:pt idx="7">
                <c:v>132.627907</c:v>
              </c:pt>
              <c:pt idx="8">
                <c:v>110</c:v>
              </c:pt>
              <c:pt idx="9">
                <c:v>100.023256</c:v>
              </c:pt>
              <c:pt idx="10">
                <c:v>108.069767</c:v>
              </c:pt>
              <c:pt idx="11">
                <c:v>116.976744</c:v>
              </c:pt>
              <c:pt idx="12">
                <c:v>109.302326</c:v>
              </c:pt>
              <c:pt idx="13">
                <c:v>112.139535</c:v>
              </c:pt>
              <c:pt idx="14">
                <c:v>122.139535</c:v>
              </c:pt>
              <c:pt idx="15">
                <c:v>138.116279</c:v>
              </c:pt>
              <c:pt idx="16">
                <c:v>134.186047</c:v>
              </c:pt>
              <c:pt idx="17">
                <c:v>89.069767</c:v>
              </c:pt>
            </c:numLit>
          </c:val>
          <c:smooth val="0"/>
        </c:ser>
        <c:ser>
          <c:idx val="2"/>
          <c:order val="2"/>
          <c:tx>
            <c:v>B調入＋解綁車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1.627907</c:v>
              </c:pt>
              <c:pt idx="1">
                <c:v>13.418605</c:v>
              </c:pt>
              <c:pt idx="2">
                <c:v>18.418605</c:v>
              </c:pt>
              <c:pt idx="3">
                <c:v>15.069767</c:v>
              </c:pt>
              <c:pt idx="4">
                <c:v>13.186047</c:v>
              </c:pt>
              <c:pt idx="5">
                <c:v>7.953488</c:v>
              </c:pt>
              <c:pt idx="6">
                <c:v>4</c:v>
              </c:pt>
              <c:pt idx="7">
                <c:v>6.372093</c:v>
              </c:pt>
              <c:pt idx="8">
                <c:v>5.44186</c:v>
              </c:pt>
              <c:pt idx="9">
                <c:v>2.790698</c:v>
              </c:pt>
              <c:pt idx="10">
                <c:v>1.302326</c:v>
              </c:pt>
              <c:pt idx="11">
                <c:v>5.023256</c:v>
              </c:pt>
              <c:pt idx="12">
                <c:v>5.860465</c:v>
              </c:pt>
              <c:pt idx="13">
                <c:v>5.976744</c:v>
              </c:pt>
              <c:pt idx="14">
                <c:v>5.767442</c:v>
              </c:pt>
              <c:pt idx="15">
                <c:v>2.55814</c:v>
              </c:pt>
              <c:pt idx="16">
                <c:v>5.604651</c:v>
              </c:pt>
              <c:pt idx="17">
                <c:v>5.465116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26.465116</c:v>
              </c:pt>
              <c:pt idx="1">
                <c:v>86.906977</c:v>
              </c:pt>
              <c:pt idx="2">
                <c:v>121.860465</c:v>
              </c:pt>
              <c:pt idx="3">
                <c:v>106.395349</c:v>
              </c:pt>
              <c:pt idx="4">
                <c:v>89.674419</c:v>
              </c:pt>
              <c:pt idx="5">
                <c:v>83.72093</c:v>
              </c:pt>
              <c:pt idx="6">
                <c:v>104.697674</c:v>
              </c:pt>
              <c:pt idx="7">
                <c:v>99.325581</c:v>
              </c:pt>
              <c:pt idx="8">
                <c:v>81</c:v>
              </c:pt>
              <c:pt idx="9">
                <c:v>80.418605</c:v>
              </c:pt>
              <c:pt idx="10">
                <c:v>96.093023</c:v>
              </c:pt>
              <c:pt idx="11">
                <c:v>115.418605</c:v>
              </c:pt>
              <c:pt idx="12">
                <c:v>98.651163</c:v>
              </c:pt>
              <c:pt idx="13">
                <c:v>76.674419</c:v>
              </c:pt>
              <c:pt idx="14">
                <c:v>69.325581</c:v>
              </c:pt>
              <c:pt idx="15">
                <c:v>61.488372</c:v>
              </c:pt>
              <c:pt idx="16">
                <c:v>48.44186</c:v>
              </c:pt>
              <c:pt idx="17">
                <c:v>25.023256</c:v>
              </c:pt>
            </c:numLit>
          </c:val>
          <c:smooth val="0"/>
        </c:ser>
        <c:ser>
          <c:idx val="4"/>
          <c:order val="4"/>
          <c:tx>
            <c:v>C調入＋解綁車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0.069767</c:v>
              </c:pt>
              <c:pt idx="1">
                <c:v>2.627907</c:v>
              </c:pt>
              <c:pt idx="2">
                <c:v>3.465116</c:v>
              </c:pt>
              <c:pt idx="3">
                <c:v>3.674419</c:v>
              </c:pt>
              <c:pt idx="4">
                <c:v>3</c:v>
              </c:pt>
              <c:pt idx="5">
                <c:v>2.348837</c:v>
              </c:pt>
              <c:pt idx="6">
                <c:v>1.651163</c:v>
              </c:pt>
              <c:pt idx="7">
                <c:v>1.883721</c:v>
              </c:pt>
              <c:pt idx="8">
                <c:v>2.023256</c:v>
              </c:pt>
              <c:pt idx="9">
                <c:v>1.55814</c:v>
              </c:pt>
              <c:pt idx="10">
                <c:v>0.465116</c:v>
              </c:pt>
              <c:pt idx="11">
                <c:v>1.744186</c:v>
              </c:pt>
              <c:pt idx="12">
                <c:v>3.069767</c:v>
              </c:pt>
              <c:pt idx="13">
                <c:v>2.72093</c:v>
              </c:pt>
              <c:pt idx="14">
                <c:v>2.604651</c:v>
              </c:pt>
              <c:pt idx="15">
                <c:v>1.209302</c:v>
              </c:pt>
              <c:pt idx="16">
                <c:v>1.55814</c:v>
              </c:pt>
              <c:pt idx="17">
                <c:v>1.116279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11.883721</c:v>
              </c:pt>
              <c:pt idx="1">
                <c:v>34.116279</c:v>
              </c:pt>
              <c:pt idx="2">
                <c:v>40.837209</c:v>
              </c:pt>
              <c:pt idx="3">
                <c:v>34.465116</c:v>
              </c:pt>
              <c:pt idx="4">
                <c:v>27.767442</c:v>
              </c:pt>
              <c:pt idx="5">
                <c:v>27.418605</c:v>
              </c:pt>
              <c:pt idx="6">
                <c:v>40.325581</c:v>
              </c:pt>
              <c:pt idx="7">
                <c:v>36.27907</c:v>
              </c:pt>
              <c:pt idx="8">
                <c:v>30.232558</c:v>
              </c:pt>
              <c:pt idx="9">
                <c:v>32.953488</c:v>
              </c:pt>
              <c:pt idx="10">
                <c:v>47.627907</c:v>
              </c:pt>
              <c:pt idx="11">
                <c:v>68.255814</c:v>
              </c:pt>
              <c:pt idx="12">
                <c:v>70.395349</c:v>
              </c:pt>
              <c:pt idx="13">
                <c:v>47.674419</c:v>
              </c:pt>
              <c:pt idx="14">
                <c:v>39.209302</c:v>
              </c:pt>
              <c:pt idx="15">
                <c:v>31.418605</c:v>
              </c:pt>
              <c:pt idx="16">
                <c:v>18.255814</c:v>
              </c:pt>
              <c:pt idx="17">
                <c:v>9.930233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2F0538B9-230B-2673-0CBF-09C5DCF37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1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E26DB488-7653-E7BA-959F-A0EF1B7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六、雙北專案任務_台大微型調度車營運分析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2" name="表格 1"/>
          <p:cNvGraphicFramePr/>
          <p:nvPr/>
        </p:nvGraphicFramePr>
        <p:xfrm>
          <a:off xmlns:a="http://schemas.openxmlformats.org/drawingml/2006/main" x="107504" y="2058298"/>
          <a:ext xmlns:a="http://schemas.openxmlformats.org/drawingml/2006/main" cx="8760402" cy="41795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1681"/>
                <a:gridCol w="944182"/>
                <a:gridCol w="944182"/>
                <a:gridCol w="1117331"/>
                <a:gridCol w="944182"/>
                <a:gridCol w="1117331"/>
                <a:gridCol w="944182"/>
                <a:gridCol w="1117331"/>
              </a:tblGrid>
              <a:tr h="314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9/1–9/9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9/7–9/9</a:t>
                      </a:r>
                    </a:p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(開學)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15,681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9,906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-36.83%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13,958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-10.99%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22,518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日均還量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15,384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9,673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13,684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-11.05%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22,015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43.10%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4.34%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84.76%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-2.13%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76.31%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-11.89%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15,459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9,722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-10.86%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22,338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91.50%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89.94%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-1.71%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-8.45%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1,013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1,485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46.59%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1,922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89.73%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2,947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190.92%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90.00%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92.67%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2.97%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2.25%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0.37%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2,656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2,289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-13.82%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48.68%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6,509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145.07%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90.22%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82.49%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-2.38%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71.06%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-15.90%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4,948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3,490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-29.47%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3,908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-21.02%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6,240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80.48%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18.72%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64.26%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-5.20%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43.70%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-35.54%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-28.19%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-34.29%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-27.62%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7–9見位率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96.63%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-2.03%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4F8FC6BF-C9AC-EB28-6EEE-4268B31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077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1.　台大於9/7開學，用量23,866次，為歷史新高，相較於去年開學21,590次，成長10%，校內增柱408柱已全數啟用，目前校內共2496柱。</a:t>
            </a:r>
          </a:p>
        </p:txBody>
      </p:sp>
    </p:spTree>
    <p:extLst>
      <p:ext uri="{BB962C8B-B14F-4D97-AF65-F5344CB8AC3E}">
        <p14:creationId xmlns:p14="http://schemas.microsoft.com/office/powerpoint/2010/main" val="3682110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6D1B48F-346E-8B9E-02BB-D5EC07CA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2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429D964-5C23-62EF-30B6-6B906AE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sz="3600">
                <a:latin typeface="微軟正黑體"/>
                <a:ea typeface="微軟正黑體"/>
                <a:cs typeface="微軟正黑體"/>
              </a:rPr>
              <a:t>電輔微型調度車新增路線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9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874474bfa42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75" y="900000"/>
            <a:ext cx="5015860" cy="3549430"/>
          </a:xfrm>
          <a:prstGeom xmlns:a="http://schemas.openxmlformats.org/drawingml/2006/main" prst="rect">
            <a:avLst/>
          </a:prstGeom>
        </p:spPr>
      </p:pic>
      <p:pic>
        <p:nvPicPr>
          <p:cNvPr id="20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f17c5a11d45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3202" y="4166182"/>
            <a:ext cx="5209727" cy="2691818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A0813EFA-DAC2-EA52-E2F9-9DEF60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" y="903017"/>
            <a:ext cx="503927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上午新增路線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學新館，鄭江樓&gt;&gt;男六舍、男一舍、男七舍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DE74C4B3-D49B-2559-A9B6-2C62A0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7" y="4076930"/>
            <a:ext cx="4795943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晚上新增路線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男六舍前、男一舍前、男七舍前&gt;&gt;校內空站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6658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2B2EFA6-6430-CCF3-74F3-5682E770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3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C8DDA1BA-6E0E-F1B9-AD17-5E6490A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七、友愛接力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EF50D5BE-46A3-2150-3091-29B6394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" y="867095"/>
            <a:ext cx="8992616" cy="6037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資料來源7-9月的平日好天氣數據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滿借/空還每發生1次，都視為調出/調入1輛車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滿借覆蓋率:同時段內，調出、綁車總站數/滿借總站數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空還覆蓋率:同時段內，調入、解綁車總站數/空還總站數(以上計算各時段)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單站滿借覆蓋率:6-24時，如單小時發生滿借且有調出行為，則視為100%，如發生滿借且無調出行為，則視為0%，如無發生滿借且有調出行為，則視為0%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設定幾種情況，空還車數大於調入車數(大於等於1)，空還車數小於調入車數，無空還(0)有調入，有空還無調入(0)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405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E3CBCDE1-0B5B-EDC9-3360-F18A3F06A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4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77D48EF8-4498-6E90-00EE-41F5885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八、智慧調度進度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26705AF6-28A6-3B00-32C4-5E9E475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8458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目前智慧調度已更新，預計9/12上線，預計實際上線後蒐集2個月的使用數據，作為後續系統持續精進使用。</a:t>
            </a:r>
          </a:p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本次新增提供調度車輛數的配對組合，適合新進同仁直接參考並執行作業</a:t>
            </a:r>
          </a:p>
        </p:txBody>
      </p:sp>
      <p:pic>
        <p:nvPicPr>
          <p:cNvPr id="22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1594a4760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79918"/>
            <a:ext cx="3210373" cy="2143424"/>
          </a:xfrm>
          <a:prstGeom xmlns:a="http://schemas.openxmlformats.org/drawingml/2006/main" prst="rect">
            <a:avLst/>
          </a:prstGeom>
        </p:spPr>
      </p:pic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7600fb7ea4b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8013" y="3924993"/>
            <a:ext cx="3210373" cy="2627728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FB6BEFE8-F0A4-DEDA-CFF3-4B3A66F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14650"/>
            <a:ext cx="4048125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原本系統僅提供調度需求，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並未告知同仁車輛該從甚麼場站取得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12D5789C-927E-2D9F-C2CA-0CD0C2B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14650"/>
            <a:ext cx="404812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現在可直接指派同仁作業順序，從何處調出，往何處補車</a:t>
            </a:r>
          </a:p>
        </p:txBody>
      </p:sp>
    </p:spTree>
    <p:extLst>
      <p:ext uri="{BB962C8B-B14F-4D97-AF65-F5344CB8AC3E}">
        <p14:creationId xmlns:p14="http://schemas.microsoft.com/office/powerpoint/2010/main" val="256683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band">
            <a:extLst xmlns:a="http://schemas.openxmlformats.org/drawingml/2006/main">
              <a:ext uri="{FF2B5EF4-FFF2-40B4-BE49-F238E27FC236}">
                <a16:creationId xmlns:a16="http://schemas.microsoft.com/office/drawing/2014/main" id="{C42885C6-FF20-4E88-9E80-D6B9430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九、覆蓋率的判讀方式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5CFA8-A861-4923-8377-214C297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color-reading">
            <a:extLst xmlns:a="http://schemas.openxmlformats.org/drawingml/2006/main">
              <a:ext uri="{FF2B5EF4-FFF2-40B4-BE49-F238E27FC236}">
                <a16:creationId xmlns:a16="http://schemas.microsoft.com/office/drawing/2014/main" id="{2CE86E4D-AA9F-4D6E-85EE-631A625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顏色判讀</a:t>
            </a:r>
          </a:p>
        </p:txBody>
      </p:sp>
      <p:sp>
        <p:nvSpPr>
          <p:cNvPr id="8" name="full-swatch">
            <a:extLst xmlns:a="http://schemas.openxmlformats.org/drawingml/2006/main">
              <a:ext uri="{FF2B5EF4-FFF2-40B4-BE49-F238E27FC236}">
                <a16:creationId xmlns:a16="http://schemas.microsoft.com/office/drawing/2014/main" id="{5FF42AEB-1123-455F-94ED-6C2B96D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9050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ull-label">
            <a:extLst xmlns:a="http://schemas.openxmlformats.org/drawingml/2006/main">
              <a:ext uri="{FF2B5EF4-FFF2-40B4-BE49-F238E27FC236}">
                <a16:creationId xmlns:a16="http://schemas.microsoft.com/office/drawing/2014/main" id="{BD0DC780-3C6F-439F-BC83-E76F119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rPr>
              <a:t>滿借</a:t>
            </a:r>
          </a:p>
        </p:txBody>
      </p:sp>
      <p:sp>
        <p:nvSpPr>
          <p:cNvPr id="10" name="full-plus">
            <a:extLst xmlns:a="http://schemas.openxmlformats.org/drawingml/2006/main">
              <a:ext uri="{FF2B5EF4-FFF2-40B4-BE49-F238E27FC236}">
                <a16:creationId xmlns:a16="http://schemas.microsoft.com/office/drawing/2014/main" id="{EB0A62D5-E2F2-4531-B9DA-39B448B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1" name="out-swatch">
            <a:extLst xmlns:a="http://schemas.openxmlformats.org/drawingml/2006/main">
              <a:ext uri="{FF2B5EF4-FFF2-40B4-BE49-F238E27FC236}">
                <a16:creationId xmlns:a16="http://schemas.microsoft.com/office/drawing/2014/main" id="{7F40B8CE-4E57-4E57-80ED-305484A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19050">
            <a:solidFill>
              <a:srgbClr val="274C9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ut-label">
            <a:extLst xmlns:a="http://schemas.openxmlformats.org/drawingml/2006/main">
              <a:ext uri="{FF2B5EF4-FFF2-40B4-BE49-F238E27FC236}">
                <a16:creationId xmlns:a16="http://schemas.microsoft.com/office/drawing/2014/main" id="{240D7C61-028A-4810-9F54-8846AFE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57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rPr>
              <a:t>調出</a:t>
            </a:r>
          </a:p>
        </p:txBody>
      </p:sp>
      <p:sp>
        <p:nvSpPr>
          <p:cNvPr id="13" name="full-covered-label">
            <a:extLst xmlns:a="http://schemas.openxmlformats.org/drawingml/2006/main">
              <a:ext uri="{FF2B5EF4-FFF2-40B4-BE49-F238E27FC236}">
                <a16:creationId xmlns:a16="http://schemas.microsoft.com/office/drawing/2014/main" id="{4BCEB60F-EDE5-42E0-8326-6F3100B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578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同站同小時，有滿借與調出</a:t>
            </a:r>
            <a:endParaRPr sz="1350" b="1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empty-swatch">
            <a:extLst xmlns:a="http://schemas.openxmlformats.org/drawingml/2006/main">
              <a:ext uri="{FF2B5EF4-FFF2-40B4-BE49-F238E27FC236}">
                <a16:creationId xmlns:a16="http://schemas.microsoft.com/office/drawing/2014/main" id="{093DBA64-603A-4025-BD22-B90CCF6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19050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empty-label">
            <a:extLst xmlns:a="http://schemas.openxmlformats.org/drawingml/2006/main">
              <a:ext uri="{FF2B5EF4-FFF2-40B4-BE49-F238E27FC236}">
                <a16:creationId xmlns:a16="http://schemas.microsoft.com/office/drawing/2014/main" id="{F01BCD28-16B3-423D-9399-0D02B85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rPr>
              <a:t>空還</a:t>
            </a:r>
          </a:p>
        </p:txBody>
      </p:sp>
      <p:sp>
        <p:nvSpPr>
          <p:cNvPr id="16" name="empty-plus">
            <a:extLst xmlns:a="http://schemas.openxmlformats.org/drawingml/2006/main">
              <a:ext uri="{FF2B5EF4-FFF2-40B4-BE49-F238E27FC236}">
                <a16:creationId xmlns:a16="http://schemas.microsoft.com/office/drawing/2014/main" id="{C9D2ABF7-BCCA-4288-9916-B13269A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7" name="incoming-swatch">
            <a:extLst xmlns:a="http://schemas.openxmlformats.org/drawingml/2006/main">
              <a:ext uri="{FF2B5EF4-FFF2-40B4-BE49-F238E27FC236}">
                <a16:creationId xmlns:a16="http://schemas.microsoft.com/office/drawing/2014/main" id="{8B17E16F-1B20-4C4E-BC8C-610A7AF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EDC"/>
          </a:solidFill>
          <a:ln xmlns:a="http://schemas.openxmlformats.org/drawingml/2006/main" w="19050">
            <a:solidFill>
              <a:srgbClr val="6A189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incoming-label">
            <a:extLst xmlns:a="http://schemas.openxmlformats.org/drawingml/2006/main">
              <a:ext uri="{FF2B5EF4-FFF2-40B4-BE49-F238E27FC236}">
                <a16:creationId xmlns:a16="http://schemas.microsoft.com/office/drawing/2014/main" id="{C9D2DB5E-8B22-49BA-B041-E031FE2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rPr>
              <a:t>調入</a:t>
            </a:r>
          </a:p>
        </p:txBody>
      </p:sp>
      <p:sp>
        <p:nvSpPr>
          <p:cNvPr id="19" name="empty-covered-label">
            <a:extLst xmlns:a="http://schemas.openxmlformats.org/drawingml/2006/main">
              <a:ext uri="{FF2B5EF4-FFF2-40B4-BE49-F238E27FC236}">
                <a16:creationId xmlns:a16="http://schemas.microsoft.com/office/drawing/2014/main" id="{F528D7F3-85EE-4CF1-9BD8-12D9A61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同站同小時，有空還與調入</a:t>
            </a:r>
          </a:p>
        </p:txBody>
      </p:sp>
      <p:sp>
        <p:nvSpPr>
          <p:cNvPr id="21" name="calculation-heading">
            <a:extLst xmlns:a="http://schemas.openxmlformats.org/drawingml/2006/main">
              <a:ext uri="{FF2B5EF4-FFF2-40B4-BE49-F238E27FC236}">
                <a16:creationId xmlns:a16="http://schemas.microsoft.com/office/drawing/2014/main" id="{1AFBE037-F20B-4FAE-A9D8-65500C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計算方式</a:t>
            </a:r>
            <a:endParaRPr sz="1875" b="1">
              <a:solidFill>
                <a:srgbClr val="40404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E8EA2E9E-8648-4A0E-AE46-7B19426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＝同小時有調出行為的站數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全部滿借事件站數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empty-formula">
            <a:extLst xmlns:a="http://schemas.openxmlformats.org/drawingml/2006/main">
              <a:ext uri="{FF2B5EF4-FFF2-40B4-BE49-F238E27FC236}">
                <a16:creationId xmlns:a16="http://schemas.microsoft.com/office/drawing/2014/main" id="{43947CEB-382A-4E03-A727-EC4004B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＝同時段有調入行為的站數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全部空還事件站數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C9AAFE1D-6095-4C6A-8D1F-147418C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例:同時段內共發生10 個滿借事件，其中3站有調出行為，滿借覆蓋率為 30%。</a:t>
            </a:r>
          </a:p>
        </p:txBody>
      </p:sp>
      <p:pic>
        <p:nvPicPr>
          <p:cNvPr id="47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9d401459e4d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1066800"/>
            <a:ext cx="62865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7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1337FA4D-AA4A-4BC9-9F53-CDB5BA1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E12DE7AE-1757-41CF-93FA-9316C1A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097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B4C0F259-F051-429F-B260-B063A759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335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27.9%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1.3%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10.8%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1.8%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5B66379C-2AAA-4B44-8259-9D706FD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03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E7E60C86-1356-4F9E-BDB8-46FB4D7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2C3EE76E-D031-42D3-954A-46C59DD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24.9%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2.1%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14.0%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1.6%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1DB593F7-C92D-4860-9EFC-DA48F3D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C7FEACDE-3B90-4B24-8006-4BD5DC7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341FEC78-7CE4-475A-8942-A75B2C5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29.4%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12.6%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2875" y="952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4babbc39c44dd8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3619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3d8eeff22349ef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CBF617E9-0A4B-43A0-B152-3D46532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d60bc34b134736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533ae24a0d48d4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0C9C1715-A56A-494F-9FB0-4E0C087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903189-86B9-4895-8336-D6B3860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6BA0C3AE-B928-468C-93CB-C2E6C5D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0A8ACF6D-F1BA-46EA-8861-B73FE76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764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0E959718-E3E7-4215-9CF5-1126CB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39.9%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7.8%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21.1%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12時 3.0%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45367B9B-A116-4DD2-8497-D4593F8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D89141FD-288D-4EAA-918E-B896EA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623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33D8A5E7-8017-4153-A979-EFFE292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861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40.6%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2.6%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1.4%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455DE276-021B-4D0B-952A-09440BE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EE5C53BF-6E93-4B41-918D-F27DAD7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0D22E64E-5E82-4FA4-8374-372D064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41.3%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3.7%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11.2%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0.6%</a:t>
            </a:r>
          </a:p>
        </p:txBody>
      </p:sp>
      <p:sp>
        <p:nvSpPr>
          <p:cNvPr id="15" name="grade-note">
            <a:extLst xmlns:a="http://schemas.openxmlformats.org/drawingml/2006/main">
              <a:ext uri="{FF2B5EF4-FFF2-40B4-BE49-F238E27FC236}">
                <a16:creationId xmlns:a16="http://schemas.microsoft.com/office/drawing/2014/main" id="{DB8D98F7-26AB-4B6F-AFEE-675FAB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579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新北市分級（日均用量）：A≥100、B 50–99、C&lt;50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12382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5ddbd9bbe74bf8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42875" y="36766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ef5fd877e244de"/>
          </a:graphicData>
        </a:graphic>
      </p:graphicFrame>
    </p:spTree>
    <p:extLst>
      <p:ext uri="{BB962C8B-B14F-4D97-AF65-F5344CB8AC3E}">
        <p14:creationId xmlns:p14="http://schemas.microsoft.com/office/powerpoint/2010/main" val="210086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4B8E49EB-C185-418A-9605-5482389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45b3eaa45f40b9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fb42415ea343d2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A0667E06-2D88-4E13-BE71-8D4F8B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九、雙北 ABC 整日成效與對策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CE27F4-8520-4D7C-93A8-CBD72C0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228600" y="1381125"/>
          <a:ext xmlns:a="http://schemas.openxmlformats.org/drawingml/2006/main" cx="8686800" cy="44157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90600"/>
                <a:gridCol w="990600"/>
                <a:gridCol w="876300"/>
                <a:gridCol w="876300"/>
                <a:gridCol w="40767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城市／級別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滿借覆蓋率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空還覆蓋率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建議對策</a:t>
                      </a:r>
                      <a:endParaRPr sz="1800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6.0%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09時提升調出／綁車對應；23時補調入／解綁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14.5%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07–09時同步配置兩向任務；22時檢查見車低點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16.6%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19時補滿借對應；07時補空還對應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22.8%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11.1%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22–23時延續覆蓋；08與22時聚焦見車低點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99.3%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19時滿借維持；16時補空還對應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5.7%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19–20時補滿借；06與16時補空還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32435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2026-09-14T04:46:19.1370000Z</dcterms:created>
  <dcterms:modified xsi:type="dcterms:W3CDTF">2026-09-14T04:46:19.1370000Z</dcterms:modified>
</coreProperties>
</file>